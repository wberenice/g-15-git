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5ECBF-CF65-463A-9978-5F39A6D92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5B3B46-9441-4CD7-BA8C-E2DBC43D3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E325E3-459E-4D5F-B177-4D3E1909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B03576-1EF8-4F23-AB6B-BEAA0185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6E23CB-8D94-40C6-B84D-9E2D12D4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539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6E04D-6889-434C-8839-04C5672B9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2515BD-E201-4D19-B279-90853A86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16CE41-376B-4330-84A7-F03CE837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89EE3-7C41-49A8-B76D-23BED695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23E333-6F2D-4A1F-A38F-0C1AC9B2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068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7AE3F-86D1-46A9-A0E5-79B732DB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874994-4BC9-49C0-A858-B07A399A2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356622-1362-402C-9197-28DE1C3A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665014-CDAF-423C-9E08-053225E0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E8F4EB-DBF2-4199-A615-AF6DA17F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7107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1575E-2539-4C1E-AA47-79584D02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1027B-0EB8-43D5-8068-94D6CB22F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E8F5B8-5D31-45C7-9BFD-45F6F81A2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1375F1-1308-4CFE-9CC1-0D93EC1A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65F6C0-6412-4348-9965-62D45B16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33448-925A-44DD-944A-F713AD6F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77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6A9F6-2119-4A9F-9130-EB4A13A7D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1D8B21-F97E-4A4B-B007-B312BF9BE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1587F7-5B56-4BE4-B609-73A39154B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C19C10-1535-4781-9941-C7C514276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DA85AE-FF04-403F-B242-21E4B1A62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1A60D5-6E6A-40EF-942A-C0DF0D40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155558-2473-4ED0-A326-0980E56C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493A0F-6AFF-465E-BA59-44E944F7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683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C33AD-FDFA-4EA0-AB09-2FEFF07BF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22B10A-D939-4161-8E9C-850ED5C2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8D8B52-1FEA-4620-93B4-24D388A6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A7DC16-9F3D-495D-B034-B0BACDAB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67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029F4D-82F8-43AA-84D7-05DCA517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B5CB59-29D2-492C-9C58-91C4398B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078712-6D10-42FD-A06E-C05C3008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917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44C05-9A4A-4965-BB7F-3425BCC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0485D3-0E99-466E-853D-277AA348C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7AF62D-60A6-4DBF-9628-B31127A4C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B710B4-C283-4137-9A71-7F95B517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DC269C-EFE5-4A57-9D45-A105279A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E18F12-AC31-4478-8B44-B2943139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493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02E02-0A12-446C-BD57-856BE472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0A8D9C-B9F2-48AD-A571-7989B64C4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ACE0E8-6269-4F07-B1FB-8F3874131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73C708-6F1A-4E54-BD35-DAA4F878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DDF6E6-66B6-435D-A6FA-384361EB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0E670F-4E5B-4B6A-A4C0-35FBE7E0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746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E471C-4A71-42A3-8058-1BAE81FA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AD0E62-0BEE-4A6A-9DA9-B99EEF336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999064-1C2B-4441-9842-168A0FEA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1CAE2E-9DDF-4AC8-ACF3-747D56FD7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91183-425D-444B-9419-E429506A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120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50BD0F-9E60-4E4F-A69F-2107204C2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0FADC0-CFFA-498B-A7F1-D23AA1D84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EC02BB-D8E7-4F64-AA52-F61BCFCE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4E122-E993-4727-862F-DD573E59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38D5B0-FA6A-49C8-9FF9-129E4494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393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6FCEB30-F55C-494A-8774-A9B46461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A6D030-B822-496C-80F1-EA8D2670A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9DFFC8-AB01-4590-9B52-C8DB47E42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8AEDE-5046-4282-A45B-A4BCD1B16369}" type="datetimeFigureOut">
              <a:rPr lang="es-MX" smtClean="0"/>
              <a:t>02/02/2022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ED5D1-EE2D-47D9-8329-01BB2E681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54EF9D-B338-45BE-932E-3ED1AD257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7035D-3F56-4B51-98FB-A8DB5D1D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78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5C6DA-9A1B-4699-9872-CD51D7B5E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C8944E-AF88-40EB-BC07-23E2183BD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871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01705F7-13C2-401A-A4C4-7D1B60B0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8418"/>
            <a:ext cx="12192000" cy="532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10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F219E6-035B-4917-B308-EA5C67E0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55" y="374074"/>
            <a:ext cx="8590090" cy="610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4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F17370-DAD6-4162-BB88-6AB0CCBF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65" y="295422"/>
            <a:ext cx="9038270" cy="626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172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Berenice Sanchez</dc:creator>
  <cp:lastModifiedBy>Berenice Sanchez</cp:lastModifiedBy>
  <cp:revision>1</cp:revision>
  <dcterms:created xsi:type="dcterms:W3CDTF">2022-02-03T03:13:51Z</dcterms:created>
  <dcterms:modified xsi:type="dcterms:W3CDTF">2022-02-03T04:37:51Z</dcterms:modified>
</cp:coreProperties>
</file>