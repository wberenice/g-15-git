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2" r:id="rId22"/>
    <p:sldId id="263" r:id="rId23"/>
    <p:sldId id="264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1B504-C29F-4467-B97E-9F6B24D6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9F41B4-AA76-4D61-9593-7D1C1A335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6194A4-9B8E-40A2-A45E-F1D5476E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62E58E-7CEE-4A72-A555-55129AFC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0EE6E-66BE-46C3-9A25-504649FF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507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4B2D7-9BA7-4F2D-91B2-99ECF213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81BADA-BD2A-4B07-8E94-B0A5BFE84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56BE2F-71FE-4A64-A48C-1A1F14FE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4232C5-2518-4479-88A1-DA551274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3BC0F5-0B34-4E39-A518-0848BCBF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654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F4841-49F3-4E60-9559-D61B07D0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1AAD28-9C48-4D57-B142-9D7A8E03F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E171FA-77A5-441D-8161-AC48FF01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F147B-DA36-4A5F-A3CA-32E128D9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C50D6F-AB15-4161-8E67-57EA0569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42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8A23-C37F-4388-A016-0366B4F9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740650-743B-4C53-9346-2A9B34E1B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1A0B98-B029-4D60-A643-CF8BD750A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4EA3D0-984E-4C78-AF94-47C22F23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A6DEF5-4838-465F-B54B-65F75C5A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5AE886-3165-4FD4-B826-B8D5FF6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283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667F4-DF6A-472D-9997-6DDAE156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9177F5-DC5E-44CA-B168-F818CB5EC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52595D-EB08-4BA3-A6C1-320CDD466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C5367B-EA87-4C74-A471-AD7DBB949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F8A5DE-C53E-46B5-835A-C75C52B49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D8FB2E-7E05-4678-B046-A56D45B8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3ECE9B-C774-4BE1-A0E7-9EFBF244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AC48B2-2D3F-4713-BB99-2235AAE3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6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5F564-87EA-431B-800F-B8097B89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845CAB-2651-4848-B862-D09F75CA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6B8FAB-3744-4219-86A9-7F7B2DD1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1966BD-5EFB-47FC-9771-E351BAC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032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F76B35-B347-4139-AB55-46CA8D1B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6CEB6A-FA09-4D12-9879-26828934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833F67-FDBA-48F8-A956-9AC5E841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917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6E566-2D19-4CFD-B5EC-2D9AEEDE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86507-661F-40A8-8134-963FC9DE1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48FD76-702C-4D2A-972D-D42EFCA7C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E08910-98DC-4173-ACD2-F3B98BB0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8848E6-8FAE-468C-8DA6-60399A77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C01A1B-9E6F-4153-B4FB-5EEFA005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57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9E8D1-605D-4C1B-A300-00CFACC3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C75817-10D1-431F-9AF8-995593DD8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EBA854-BA34-47CC-A551-B85D1EE92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72B1AF-0F39-45B4-AE83-FF8BB732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630A55-0E0F-42EB-9AD9-CF281BEE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70815E-1027-45B8-91BE-171A271D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285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BEABB-F712-4C02-A510-1CABBCF3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A3623F-39E6-4300-A74C-208E5DC21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3033E-1D5E-42C0-AA8E-036D6975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3BD082-6CE0-45D8-8FDD-D87106E1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3114A5-6120-4DBD-A6E0-17A82E98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76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F06401-1288-424E-BEC7-A2DD8F1FB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F0209E-6BFF-4984-B32E-15EAE80C1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2F5E4-630E-4046-A0FC-641DD635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BE63A6-2EB9-4520-AACA-F4D76AA7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1D6154-6543-42A6-A81E-3FF1C0B1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822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23468A-AC3E-4511-93AC-01560F28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5483B-EF07-4B0C-AE3A-BD60FC641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614830-7ECD-4F6C-BC45-5394583A1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9D983-A151-4575-97D6-B4AEC6ACE0A1}" type="datetimeFigureOut">
              <a:rPr lang="es-MX" smtClean="0"/>
              <a:t>03/02/2022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FDE07B-F774-4D8C-B5B2-B6EAC4CAF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3C983-20CD-4756-B658-43C1177B6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CE2FC-01E2-47B7-9B81-A3B3A44E87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652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EEB19-1E67-4063-B587-17F3C985F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Diseño Responsive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0E0D2-99DA-4799-B62C-BD34CA1C96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830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7A79E1-6B9A-42E8-A79A-A39C7CDDB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25" y="0"/>
            <a:ext cx="11174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0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0FF29D-E0EA-4402-9F12-57487F11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7" y="312928"/>
            <a:ext cx="10861966" cy="62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7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2EAF1C-2CF0-4B71-A0D6-5CD25FF1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8" y="266920"/>
            <a:ext cx="10597664" cy="6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FB3C6A-5891-4A2B-8531-90C00A2A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53" y="478302"/>
            <a:ext cx="11095894" cy="59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8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7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48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08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39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03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46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41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53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63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01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880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153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797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8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748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136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31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0888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</Words>
  <Application>Microsoft Office PowerPoint</Application>
  <PresentationFormat>Panorámica</PresentationFormat>
  <Paragraphs>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Diseño Responsive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Responsive</dc:title>
  <dc:creator>Berenice Sanchez</dc:creator>
  <cp:lastModifiedBy>Berenice Sanchez</cp:lastModifiedBy>
  <cp:revision>3</cp:revision>
  <dcterms:created xsi:type="dcterms:W3CDTF">2022-02-04T01:01:34Z</dcterms:created>
  <dcterms:modified xsi:type="dcterms:W3CDTF">2022-02-04T05:13:50Z</dcterms:modified>
</cp:coreProperties>
</file>